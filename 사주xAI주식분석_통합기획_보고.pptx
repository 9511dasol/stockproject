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554480"/>
            <a:ext cx="2377440" cy="2377440"/>
          </a:xfrm>
          <a:prstGeom prst="ellipse">
            <a:avLst/>
          </a:prstGeom>
          <a:solidFill>
            <a:srgbClr val="C08A2D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2651760"/>
            <a:ext cx="2377440" cy="2377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6676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기획 보고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 × AI 주식 분석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기획(안)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투자자 성향 기반 개인화 투자 판단 — 대회 출품 및 수익화 방향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2011680" cy="0"/>
          </a:xfrm>
          <a:prstGeom prst="line">
            <a:avLst/>
          </a:prstGeom>
          <a:noFill/>
          <a:ln w="12700">
            <a:solidFill>
              <a:srgbClr val="4A56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32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2026. 08. 01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사주는 "이 종목이 오를까"가 아니라 </a:t>
            </a:r>
            <a:pPr indent="0" marL="0">
              <a:buNone/>
            </a:pPr>
            <a:r>
              <a:rPr lang="en-US" sz="19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"당신은 어떤 투자자인가"</a:t>
            </a:r>
            <a:pPr indent="0" marL="0">
              <a:buNone/>
            </a:pPr>
            <a:r>
              <a:rPr lang="en-US" sz="19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답합니다.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F7F0E1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49631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asset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2634204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투자자 성향 프로파일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538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 대한 정보 — 위험 감수도,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 회피, 보유 기간 선호 등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50208" y="2971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15968" y="224028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49631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asset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892" y="2634204"/>
            <a:ext cx="254569" cy="2545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0368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데이터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0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 판단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72000" y="3538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종목에 대한 정보 — 기존 AI 분석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 그대로 활용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717536" y="2971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083296" y="224028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</p:spPr>
      </p:sp>
      <p:sp>
        <p:nvSpPr>
          <p:cNvPr id="20" name="Shape 16"/>
          <p:cNvSpPr/>
          <p:nvPr/>
        </p:nvSpPr>
        <p:spPr>
          <a:xfrm>
            <a:off x="8339328" y="249631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assets/mer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20" y="2634204"/>
            <a:ext cx="254569" cy="25456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97696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339328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다른 최종 판단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339328" y="3538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종목이라도 성향에 따라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매수 · 유지 · 관망이 달라짐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48640" y="457200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1F2A56"/>
          </a:solidFill>
          <a:ln/>
        </p:spPr>
      </p:sp>
      <p:sp>
        <p:nvSpPr>
          <p:cNvPr id="26" name="Text 21"/>
          <p:cNvSpPr/>
          <p:nvPr/>
        </p:nvSpPr>
        <p:spPr>
          <a:xfrm>
            <a:off x="868680" y="47731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지켜야 할 원칙은 두 가지뿐입니다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68680" y="513892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사주 원문은 판단에 직접 개입하지 않는다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사주는 프로파일 초안까지만 관여 — 판단은 확인된 수치만 사용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263640" y="513892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프로파일은 판단을 보수적으로만 조정한다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단방향 보정 — 매수를 만들지 않고 보류시킬 수만 있는 구조 (테스트로 강제)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판단이 사람마다 달라도 되는 이유 — 적합성(Suitability)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종목이라도 위험 선호와 투자 기간에 따라 정당한 답이 다릅니다. 변동성 높은 성장주는 장기 · 위험선호 투자자에게는 매수, 손실회피 · 단기 투자자에게는 회피가 맞습니다. 이는 규제받는 투자자문사가 수행하는 표준 업무(적합성 판단)와 같은 개념입니다.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BF1F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assets/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30111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953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4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 불가능한 근거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"당신 사주에 화(火)가 강하니 매수하세요"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사주가 주가를 예측한다는 주장 — 근거를 제시할 수 없음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45352" y="26060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EFF6F1"/>
          </a:solidFill>
          <a:ln/>
        </p:spPr>
      </p:sp>
      <p:sp>
        <p:nvSpPr>
          <p:cNvPr id="12" name="Shape 9"/>
          <p:cNvSpPr/>
          <p:nvPr/>
        </p:nvSpPr>
        <p:spPr>
          <a:xfrm>
            <a:off x="6519672" y="2880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431" y="301111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9752" y="2953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적합성 판단으로 성립하는 근거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19672" y="3474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"확인하신 손실회피 성향 기준,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변동성 32%는 감내 구간을 넘습니다"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19672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직접 확인 · 수정한 성향에 근거 — 금융의 표준 논리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EEF2FA"/>
          </a:solidFill>
          <a:ln/>
        </p:spPr>
      </p:sp>
      <p:sp>
        <p:nvSpPr>
          <p:cNvPr id="18" name="Text 14"/>
          <p:cNvSpPr/>
          <p:nvPr/>
        </p:nvSpPr>
        <p:spPr>
          <a:xfrm>
            <a:off x="868680" y="5257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판단이 갈리는 것 자체는 방어할 필요가 없습니다.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갈리는 "이유"만 방어하면 되며, 그 이유를 사주가 아닌 "사용자가 확인한 성향"에 두는 것이 이 기획의 핵심입니다.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개발 현황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EFF6F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구현 완료 (재사용)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3인 병렬 분석 → 종합 판단 파이프라인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결과 구조화 및 실시간 단계별 스트리밍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KRX 전 상장사 시세 · 보조지표 · 뉴스 수집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다종목 일괄 분석, AI 장애 시 자동 폴백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600200"/>
            <a:ext cx="5394960" cy="3520440"/>
          </a:xfrm>
          <a:prstGeom prst="roundRect">
            <a:avLst>
              <a:gd name="adj" fmla="val 2338"/>
            </a:avLst>
          </a:prstGeom>
          <a:solidFill>
            <a:srgbClr val="FBF1F0"/>
          </a:solidFill>
          <a:ln/>
        </p:spPr>
      </p:sp>
      <p:sp>
        <p:nvSpPr>
          <p:cNvPr id="8" name="Text 6"/>
          <p:cNvSpPr/>
          <p:nvPr/>
        </p:nvSpPr>
        <p:spPr>
          <a:xfrm>
            <a:off x="6565392" y="1856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4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구축 필요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65392" y="23774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3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사용자 계정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3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성향 프로파일 저장소 (사주 연동 대상)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3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관심종목 · 보유종목 실데이터 (현재 목업)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○"/>
            </a:pPr>
            <a:r>
              <a:rPr lang="en-US" sz="13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이력 저장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1F2A5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 엔진 연결 자체는 작은 작업입니다.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작업량의 대부분은 사용자 데이터 저장소 신규 구축이며, 일정도 이를 중심으로 산정했습니다 (9p).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방식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시 1회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F7F0E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938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생년월일시 입력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76856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4개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5072" y="20391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70832" y="17830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F7F0E1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92938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성향 프로파일 초안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2276856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 해석 → 수치화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7264" y="20391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93024" y="1783080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F7F0E1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1929384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보정 · 확정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21624" y="2276856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재계산 없음 · 비용 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 분석 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EF2F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19856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판단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376732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 · 지표 · 뉴스 → AI 분석 (전 사용자 공유)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05072" y="352958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70832" y="3273552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EF2FA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3419856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적합도 산출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99432" y="376732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프로파일 × 종목 특성 (규칙 계산 · 비용 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27264" y="352958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93024" y="3273552"/>
            <a:ext cx="3456432" cy="960120"/>
          </a:xfrm>
          <a:prstGeom prst="roundRect">
            <a:avLst>
              <a:gd name="adj" fmla="val 7619"/>
            </a:avLst>
          </a:prstGeom>
          <a:solidFill>
            <a:srgbClr val="EEF2FA"/>
          </a:solidFill>
          <a:ln/>
        </p:spPr>
      </p:sp>
      <p:sp>
        <p:nvSpPr>
          <p:cNvPr id="26" name="Text 24"/>
          <p:cNvSpPr/>
          <p:nvPr/>
        </p:nvSpPr>
        <p:spPr>
          <a:xfrm>
            <a:off x="8421624" y="3419856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개인 판단 + 실행 가이드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21624" y="376732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· 손절선 등 구체적 방법 제시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1F2A56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— 같은 종목(시장 판단 BUY · 신뢰도 74), 다른 결론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513892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투자자 A  위험선호 · 장기보유형 → 적합도 81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매수 검토 — "분할로 담으세요. 변동성은 감내 구간 안입니다."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5138928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투자자 B  손실회피 · 단기형 → 적합도 38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관망 — "데이터는 매수 신호지만 당신에게는 맞지 않습니다."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차별점 두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7F0E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92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asset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03545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마찰 제거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trike="sngStrike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증권사 성향 설문 20문항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5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4개 + 탭 3번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생년월일시만으로 성향 초안을 자동 생성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직접 보정 · 확정 — 해석이 틀려도 제품이 깨지지 않음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프로파일의 근거가 사용자 본인에게 귀속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사용자 콜드스타트를 입력 4개로 통과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5352" y="16002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EF2FA"/>
          </a:solidFill>
          <a:ln/>
        </p:spPr>
      </p:sp>
      <p:sp>
        <p:nvSpPr>
          <p:cNvPr id="11" name="Text 8"/>
          <p:cNvSpPr/>
          <p:nvPr/>
        </p:nvSpPr>
        <p:spPr>
          <a:xfrm>
            <a:off x="6565392" y="1892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불일치 화면 — 가장 기억에 남는 화면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65392" y="2468880"/>
            <a:ext cx="475488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2280" y="26243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판단  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BUY · 신뢰도 74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적합도  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B444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/ 100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판단  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12280" y="3593592"/>
            <a:ext cx="42519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12280" y="370332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갈렸나</a:t>
            </a:r>
            <a:endParaRPr lang="en-US" sz="1200" dirty="0"/>
          </a:p>
          <a:p>
            <a:pPr indent="0" marL="0">
              <a:lnSpc>
                <a:spcPts val="17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변동성 32% — 내 감내 구간(21%) 초과</a:t>
            </a:r>
            <a:endParaRPr lang="en-US" sz="1200" dirty="0"/>
          </a:p>
          <a:p>
            <a:pPr indent="0" marL="0">
              <a:lnSpc>
                <a:spcPts val="175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사겠다면</a:t>
            </a:r>
            <a:endParaRPr lang="en-US" sz="1200" dirty="0"/>
          </a:p>
          <a:p>
            <a:pPr indent="0" marL="0">
              <a:lnSpc>
                <a:spcPts val="17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평소의 1/3 수량 · 손절선 -8% 사전 설정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막지 않고, 방법을 제시합니다 — "AI 종목 추천"과 갈라지는 결정적 지점입니다.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SAFEGUARDS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신뢰를 지키는 4가지 안전장치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EEF2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7452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assets/br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201241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947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단방향 보정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프로파일은 브레이크 역할만 — 판단을 공격적으로 올리지 않음.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"어떤 입력도 판단을 상향하지 않는다"를 자동 테스트로 강제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45352" y="16002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EE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6501384" y="187452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assets/eye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276" y="20124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 원문 차단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19672" y="25146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로직은 사용자가 확인한 수치 프로파일만 사용.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 원문 · 오행 등은 프로파일 설명 화면에만 노출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EE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93192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assets/ru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64" y="4069812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005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결정론적 결합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5720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판단 × 적합도의 결합은 AI가 아닌 명시적 규칙.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입력 → 같은 결과, 재현 · 감사 · 테스트 가능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45352" y="36576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EE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501384" y="393192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assets/spl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276" y="4069812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05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· 운세 분리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19672" y="45720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"오늘의 투자 운세" 등 재미 요소는 완전히 분리된 영역.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화면에는 사주 언급 없음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1F2A56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715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프로파일 경로는 항상 더 보수적인 쪽으로만 작동하므로, "사주 때문에 손해봤다"는 클레임이 구조적으로 성립하지 않습니다.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 &amp;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구조 개선과 수익화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FBF1F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4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구조의 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444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400회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100명이 같은 종목을 볼 때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호출 수 (1인당 4회)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4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이대로는 유료화 불가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7251192" cy="1143000"/>
          </a:xfrm>
          <a:prstGeom prst="roundRect">
            <a:avLst>
              <a:gd name="adj" fmla="val 6400"/>
            </a:avLst>
          </a:prstGeom>
          <a:solidFill>
            <a:srgbClr val="EEF2F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4920" y="17099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공유 · 캐시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029968"/>
            <a:ext cx="6355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 분석은 사용자와 무관 → 하루 1회 계산 후 전 사용자 공유. 비용이 사용자 수가 아닌 종목 수에 비례 (10~100배 개선)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2770632"/>
            <a:ext cx="7251192" cy="9144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2926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 등급 분리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24612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 분석은 경량 모델, 최종 판단만 상위 모델 사용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0" y="3758184"/>
            <a:ext cx="7251192" cy="9144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74920" y="39136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종목 사전 생성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4233672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시총 상위 200종목을 장 마감 후 미리 분석 → 사용자 체감 즉시 응답, 비용 예측 가능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074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현황 · 종목 조회 · 성향 프로파일 1회 생성 · AI 분석 하루 3회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5532120"/>
            <a:ext cx="104241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69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28800" y="5669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무제한 · 관심종목 일괄 분석 · 보유 기반 매도/유지 판단 · 알림 · 분석 이력 비교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리스크와 대응 방향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대회 출품은 문제가 없습니다. </a:t>
            </a:r>
            <a:pPr indent="0" marL="0">
              <a:buNone/>
            </a:pPr>
            <a:r>
              <a:rPr lang="en-US" sz="14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유료화 시점부터는 성격이 달라지므로, 아래 항목의 사전 확인이 필요합니다.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4086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assets/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52" y="2478756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286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투자자문업 등록 여부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7840" y="2258568"/>
            <a:ext cx="5806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개인 맞춤 투자 조언은 자본시장법상 금융위 등록 대상에 가까워짐 — 법무 검토 필요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3364992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asset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2" y="3502884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36192" y="33101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유사투자자문업 신고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3282696"/>
            <a:ext cx="5806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불특정 다수 대상 유료 투자정보 제공은 신고 대상이며 최근 규제 강화 추세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9709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38912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asset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52" y="4527012"/>
            <a:ext cx="254569" cy="2545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43342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 데이터 라이선스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577840" y="4306824"/>
            <a:ext cx="5806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데이터원(yfinance)은 상업적 이용 조건 불명확 — 유료화 시 KRX · 증권사 API로 교체 경로 확보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F2A56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550468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개인화가 강할수록 규제 위험은 커집니다.  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"추천을 생성하지 않고 억제만 하는" 현재 설계가 규제 관점에서도 가장 유리한 지점입니다. 정확한 기준은 법무 확인이 필요합니다.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 실행 계획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F7F0E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0주차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 합의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성향 프로파일 계약 확정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사주 팀과 병렬 개발 시작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16459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EF2FA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18288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· 프로파일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71800" y="260604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+ 온보딩 화면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프로파일 확인 · 수정 가능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6459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EF2FA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8288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데이터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12080" y="260604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· 보유종목 실데이터화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(작업량 최대 구간)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69480" y="16459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EF2FA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18288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2축 판단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52360" y="260604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적합도 + 개인 판단 결합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 · 유지 축, 불일치 화면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09760" y="164592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EF2FA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18288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0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0" y="260604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시나리오 리허설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자료 · 안전장치 점검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25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F2A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 완료 기준(핵심 마일스톤):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A2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종목에 대해 성향이 다른 두 계정이 서로 다른 최종 판단을 받고, 그 이유가 화면에 문장으로 설명된다.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F2A56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422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요청 사항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37667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대회 우선 vs 수익화 우선 (규제 대응 강도가 달라짐 — 1주차 내 결정 필요)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유료화 추진 시 법무 검토 착수 시점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2026-08-01T02:15:09Z</dcterms:created>
  <dcterms:modified xsi:type="dcterms:W3CDTF">2026-08-01T02:15:09Z</dcterms:modified>
</cp:coreProperties>
</file>